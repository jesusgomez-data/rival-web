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1A0404"/>
          </a:solidFill>
          <a:ln>
            <a:solidFill>
              <a:srgbClr val="1A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29260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B2B 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1">
                <a:solidFill>
                  <a:srgbClr val="FFFFFF"/>
                </a:solidFill>
                <a:latin typeface="Arial Black"/>
              </a:rPr>
              <a:t>RIVALFIT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91840"/>
            <a:ext cx="5029200" cy="6400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1D5DB"/>
                </a:solidFill>
                <a:latin typeface="Calibri"/>
              </a:rPr>
              <a:t>La plataforma todo en uno para centros deportivos,
boxes CrossFit y gimnasios modernos.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EF4444"/>
                </a:solidFill>
                <a:latin typeface="Calibri"/>
              </a:rPr>
              <a:t>ENTRENA · COMPITE · DOMINA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28016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1">
                <a:solidFill>
                  <a:srgbClr val="FFFFFF"/>
                </a:solidFill>
                <a:latin typeface="Arial Black"/>
              </a:rPr>
              <a:t>¿Cuánto tiempo pierdes cada día?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D5DB"/>
                </a:solidFill>
                <a:latin typeface="Calibri"/>
              </a:rPr>
              <a:t>La mayoría de centros siguen gestionando todo de forma manual y fragmentada.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❌  WhatsApp para comunicar todo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❌  Excel para controlar atletas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❌  Cobros manuales y tardíos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❌  Sin seguimiento del rendimiento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❌  Mala comunicación interna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❌  Baja retención de atletas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❌  Demasiado trabajo administrativo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❌  Imagen poco profesional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852160"/>
            <a:ext cx="10789920" cy="640080"/>
          </a:xfrm>
          <a:prstGeom prst="rect">
            <a:avLst/>
          </a:prstGeom>
          <a:solidFill>
            <a:srgbClr val="1A0404"/>
          </a:solidFill>
          <a:ln>
            <a:solidFill>
              <a:srgbClr val="1A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852160"/>
            <a:ext cx="54864" cy="6400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8704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  <a:latin typeface="Calibri"/>
              </a:rPr>
              <a:t>El 73% de los gimnasios pierde miembros por falta de seguimiento y comunicación.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28016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1">
                <a:solidFill>
                  <a:srgbClr val="FFFFFF"/>
                </a:solidFill>
                <a:latin typeface="Arial Black"/>
              </a:rPr>
              <a:t>Todo en una sola plataforma.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1D5DB"/>
                </a:solidFill>
                <a:latin typeface="Calibri"/>
              </a:rPr>
              <a:t>RivalFit centraliza toda la gestión de tu centro deportivo.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7132320" cy="329184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7132320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3AF"/>
                </a:solidFill>
                <a:latin typeface="Calibri"/>
              </a:rPr>
              <a:t>[ Dashboard RivalFit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D1D5DB"/>
                </a:solidFill>
                <a:latin typeface="Calibri"/>
              </a:rPr>
              <a:t>✅  Gestión completa del centro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D1D5DB"/>
                </a:solidFill>
                <a:latin typeface="Calibri"/>
              </a:rPr>
              <a:t>✅  Automatización de procesos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D1D5DB"/>
                </a:solidFill>
                <a:latin typeface="Calibri"/>
              </a:rPr>
              <a:t>✅  Control total en tiempo real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D1D5DB"/>
                </a:solidFill>
                <a:latin typeface="Calibri"/>
              </a:rPr>
              <a:t>✅  Escalable para cualquier tamaño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D1D5DB"/>
                </a:solidFill>
                <a:latin typeface="Calibri"/>
              </a:rPr>
              <a:t>✅  App para atletas incluida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D1D5DB"/>
                </a:solidFill>
                <a:latin typeface="Calibri"/>
              </a:rPr>
              <a:t>✅  Soporte y onboarding dedicado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92024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FUNCIONALIDAD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 Black"/>
              </a:rPr>
              <a:t>Dashboard Profesional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00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7498079" cy="384048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7498079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  <a:latin typeface="Calibri"/>
              </a:rPr>
              <a:t>[ Imagen Dashboard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D5DB"/>
                </a:solidFill>
                <a:latin typeface="Calibri"/>
              </a:rPr>
              <a:t>Controla ingresos, atletas, asistencia y operaciones desde un único panel centralizado.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004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Ingresos en tiempo real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Asistencia diaria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Nuevos atletas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Alertas y notificaciones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Acceso multisede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92024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FUNCIONALIDAD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 Black"/>
              </a:rPr>
              <a:t>Agenda Inteligente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00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7498079" cy="384048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7498079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  <a:latin typeface="Calibri"/>
              </a:rPr>
              <a:t>[ Imagen Agenda / Calendario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D5DB"/>
                </a:solidFill>
                <a:latin typeface="Calibri"/>
              </a:rPr>
              <a:t>Organiza clases, coaches y aforo en segundos.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3464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Vista semanal por colores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Gestión de coaches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Control de aforo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Google Calendar sync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Reservas de atletas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Clases recurrentes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92024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FUNCIONALIDAD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 Black"/>
              </a:rPr>
              <a:t>Base de Datos de Atletas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00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7498079" cy="384048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7498079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  <a:latin typeface="Calibri"/>
              </a:rPr>
              <a:t>[ Imagen Base de Datos / Miembros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D5DB"/>
                </a:solidFill>
                <a:latin typeface="Calibri"/>
              </a:rPr>
              <a:t>Gestiona altas, bajas, membresías, pagos e historial completo de cada atleta.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0175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Altas y bajas digitales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Historial de pagos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Membresías y bonos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Documentos y contratos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Ficha médica y lesiones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Gestión de leads/trials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92024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FUNCIONALIDAD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 Black"/>
              </a:rPr>
              <a:t>Check-In Automático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00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7498079" cy="384048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7498079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  <a:latin typeface="Calibri"/>
              </a:rPr>
              <a:t>[ Imagen Check-In / Asistencia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D5DB"/>
                </a:solidFill>
                <a:latin typeface="Calibri"/>
              </a:rPr>
              <a:t>Control de acceso y asistencia sin procesos manuales.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3464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Check-in desde app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QR por clase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Historial de asistencia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Alertas de inactividad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Registro automático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92024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FUNCIONALIDAD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 Black"/>
              </a:rPr>
              <a:t>Gestión de WODs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00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7498079" cy="384048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7498079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  <a:latin typeface="Calibri"/>
              </a:rPr>
              <a:t>[ Imagen WOD / Entrenamiento del día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D5DB"/>
                </a:solidFill>
                <a:latin typeface="Calibri"/>
              </a:rPr>
              <a:t>Publica entrenamientos diarios para toda tu comunidad.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3464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WOD diario publicado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Leaderboard por clase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Resultados de atletas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Generador IA de WODs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Historial completo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Notificaciones push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92024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FUNCIONALIDAD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 Black"/>
              </a:rPr>
              <a:t>Gestión de Equipo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00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7498079" cy="384048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7498079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  <a:latin typeface="Calibri"/>
              </a:rPr>
              <a:t>[ Imagen Gestión de Equipo / Coaches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D5DB"/>
                </a:solidFill>
                <a:latin typeface="Calibri"/>
              </a:rPr>
              <a:t>Controla coaches, permisos y horarios desde una sola plataforma.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3464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Roles: Owner / Head Coach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Permisos por rol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Asignación de clases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Rendimiento del equipo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Comunicación interna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192024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FUNCIONALIDAD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 Black"/>
              </a:rPr>
              <a:t>Coach IA Integrado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00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7498079" cy="384048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7498079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CA3AF"/>
                </a:solidFill>
                <a:latin typeface="Calibri"/>
              </a:rPr>
              <a:t>[ Imagen Coach IA / Asistente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D5DB"/>
                </a:solidFill>
                <a:latin typeface="Calibri"/>
              </a:rPr>
              <a:t>Asistente deportivo disponible 24/7 para todos tus atletas.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3464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Planes de entrenamiento IA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Nutrición personalizada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Análisis de rendimiento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Respuestas instantáneas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Disponible en la app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alibri"/>
              </a:rPr>
              <a:t>→  Diferenciación premium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20116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 QUE CONSIGUES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1">
                <a:solidFill>
                  <a:srgbClr val="FFFFFF"/>
                </a:solidFill>
                <a:latin typeface="Arial Black"/>
              </a:rPr>
              <a:t>Tu centro. Transformado.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1D5DB"/>
                </a:solidFill>
                <a:latin typeface="Calibri"/>
              </a:rPr>
              <a:t>Con RivalFit, los centros reportan mejoras en todos los indicadores clave.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✅  Menos tiempo administrativo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✅  Gestión centralizada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✅  Mejor experiencia para atletas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✅  Mayor retención de miembros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✅  Comunicación interna fluida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✅  Comunidad propia en la app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✅  Automatización de procesos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D1D5DB"/>
                </a:solidFill>
                <a:latin typeface="Calibri"/>
              </a:rPr>
              <a:t>✅  Imagen premium para tu marca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40680"/>
            <a:ext cx="2377440" cy="822960"/>
          </a:xfrm>
          <a:prstGeom prst="rect">
            <a:avLst/>
          </a:prstGeom>
          <a:solidFill>
            <a:srgbClr val="1A0404"/>
          </a:solidFill>
          <a:ln>
            <a:solidFill>
              <a:srgbClr val="1A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440680"/>
            <a:ext cx="54864" cy="8229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44068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Arial Black"/>
              </a:rPr>
              <a:t>-40%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4406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Tiempo
administrativo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5440680"/>
            <a:ext cx="2377440" cy="822960"/>
          </a:xfrm>
          <a:prstGeom prst="rect">
            <a:avLst/>
          </a:prstGeom>
          <a:solidFill>
            <a:srgbClr val="1A0404"/>
          </a:solidFill>
          <a:ln>
            <a:solidFill>
              <a:srgbClr val="1A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54680" y="5440680"/>
            <a:ext cx="54864" cy="8229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544068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Arial Black"/>
              </a:rPr>
              <a:t>+35%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4406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Retención
de atletas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5440680"/>
            <a:ext cx="2377440" cy="822960"/>
          </a:xfrm>
          <a:prstGeom prst="rect">
            <a:avLst/>
          </a:prstGeom>
          <a:solidFill>
            <a:srgbClr val="1A0404"/>
          </a:solidFill>
          <a:ln>
            <a:solidFill>
              <a:srgbClr val="1A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5440680"/>
            <a:ext cx="54864" cy="8229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544068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Arial Black"/>
              </a:rP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4406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Coach IA
disponible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5440680"/>
            <a:ext cx="2377440" cy="822960"/>
          </a:xfrm>
          <a:prstGeom prst="rect">
            <a:avLst/>
          </a:prstGeom>
          <a:solidFill>
            <a:srgbClr val="1A0404"/>
          </a:solidFill>
          <a:ln>
            <a:solidFill>
              <a:srgbClr val="1A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5440680"/>
            <a:ext cx="54864" cy="8229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544068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Arial Black"/>
              </a:rPr>
              <a:t>1 sola
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54406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Gestión
completa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94592" y="6446520"/>
            <a:ext cx="41148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94592" y="64282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rivalfit.app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© 2025 RivalFit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"/>
            <a:ext cx="914400" cy="25603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46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 Black"/>
              </a:rPr>
              <a:t>Elige el plan para tu centro.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00" cy="36576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474720" cy="411480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3474720" cy="54864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57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D1D5DB"/>
                </a:solidFill>
                <a:latin typeface="Arial Black"/>
              </a:rP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€49 / 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3108960" cy="18288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1 sede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Hasta 50 atletas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Agenda + Check-in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WODs + Leaderboard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App para atletas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3108960" cy="438912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7667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Solicita una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920240"/>
            <a:ext cx="3474720" cy="4114800"/>
          </a:xfrm>
          <a:prstGeom prst="rect">
            <a:avLst/>
          </a:prstGeom>
          <a:solidFill>
            <a:srgbClr val="1A0404"/>
          </a:solidFill>
          <a:ln>
            <a:solidFill>
              <a:srgbClr val="1A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920240"/>
            <a:ext cx="3474720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057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Arial Black"/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514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Arial Black"/>
              </a:rPr>
              <a:t>€99 / 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063240"/>
            <a:ext cx="3108960" cy="18288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Hasta 3 sedes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Atletas ilimitados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Todo Starter +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Coach IA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Analíticas avanzadas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5394960"/>
            <a:ext cx="3108960" cy="4389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537667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Solicita una demo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920240"/>
            <a:ext cx="3474720" cy="411480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920240"/>
            <a:ext cx="3474720" cy="54864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057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D1D5DB"/>
                </a:solidFill>
                <a:latin typeface="Arial Black"/>
              </a:rPr>
              <a:t>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514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A medida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3063240"/>
            <a:ext cx="3108960" cy="18288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Cadenas y franquicias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Sedes ilimitadas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API y personalizaciones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Soporte prioritario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D1D5DB"/>
                </a:solidFill>
                <a:latin typeface="Calibri"/>
              </a:rPr>
              <a:t>→  Onboarding dedicado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5394960"/>
            <a:ext cx="3108960" cy="438912"/>
          </a:xfrm>
          <a:prstGeom prst="rect">
            <a:avLst/>
          </a:prstGeom>
          <a:solidFill>
            <a:srgbClr val="2A2A2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537667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Solicita una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789920" cy="4114800"/>
          </a:xfrm>
          <a:prstGeom prst="rect">
            <a:avLst/>
          </a:prstGeom>
          <a:solidFill>
            <a:srgbClr val="0D0D0D"/>
          </a:solidFill>
          <a:ln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91440" cy="41148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1">
                <a:solidFill>
                  <a:srgbClr val="FFFFFF"/>
                </a:solidFill>
                <a:latin typeface="Arial Black"/>
              </a:rPr>
              <a:t>¿Listo para transformar
tu centro deportivo?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1D5DB"/>
                </a:solidFill>
                <a:latin typeface="Calibri"/>
              </a:rPr>
              <a:t>Agenda una demo gratuita y personalizada. Sin compromisos.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2926080" cy="5029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76472"/>
            <a:ext cx="29260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📞  Agenda tu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794760"/>
            <a:ext cx="2926080" cy="502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776472"/>
            <a:ext cx="29260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🌐  rivalfit.app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1">
                <a:solidFill>
                  <a:srgbClr val="1A1A1A"/>
                </a:solidFill>
                <a:latin typeface="Arial Black"/>
              </a:rPr>
              <a:t>RIVALFIT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F4444"/>
                </a:solidFill>
                <a:latin typeface="Calibri"/>
              </a:rPr>
              <a:t>ENTRENA · COMPITE · DOMINA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